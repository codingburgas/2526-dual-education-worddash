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68C48-FB58-4154-AAE1-450852F56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08C436-0336-4FEE-90C4-F4EAB175D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449EA-32E4-422A-B965-B67FEF97F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EC04-B333-4CBA-B9CC-E260D4BBA89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D7896-FE86-4344-A7A4-AAA80887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A931E-8DBF-448D-BCF9-324378C4E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85AC-6DE4-4F08-B7EE-7E81DB91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689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634A-1239-4D1C-BD7B-A779CA390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75968-CE01-4701-93C8-A5174ECF2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A7C02-5717-452D-BFB1-CDB6BA7B9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EC04-B333-4CBA-B9CC-E260D4BBA89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58F18-46A2-45CD-A7AB-C336095BC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30DC-2DDF-46CB-BECA-5EA2D677C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85AC-6DE4-4F08-B7EE-7E81DB91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3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AB2B-502D-46E7-AE8E-42BA91358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37C47-930F-49C2-9CF9-07B1F7CDD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BDC7F-2463-4B91-A98D-5973CDB87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EC04-B333-4CBA-B9CC-E260D4BBA89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7644B-F33C-4C43-BC12-7EC4040C6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909A4-2508-487C-9E2C-F0920157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85AC-6DE4-4F08-B7EE-7E81DB91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2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EBD96-B15A-4FF3-B609-9A7460773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7B377-848B-4D02-83EC-15639C79C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A8B94-AEC4-45F8-98F6-FC54F602C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9DE70-C867-4591-84FB-F62F70E4D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EC04-B333-4CBA-B9CC-E260D4BBA89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AC9F8-9B40-4853-9C99-92094EFC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6A9FA-643F-44BA-B142-7BF11805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85AC-6DE4-4F08-B7EE-7E81DB91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77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AAA8C-DB8A-4B1C-AAD2-77C202FB4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585E7-1661-4D61-9F9C-F80EDE6E2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F37DD-0D10-41B2-896B-4D0A08610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4889F-C4A2-4826-804E-FEF198FA7F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4A07AC-3EAE-44CD-AB7F-83043609E9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EFE383-DB5E-410B-B2FD-64EEC6536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EC04-B333-4CBA-B9CC-E260D4BBA89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6332E-0D74-4C55-85DC-3C5AEE487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01E9CA-05C8-403F-9172-BDBEECC6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85AC-6DE4-4F08-B7EE-7E81DB91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98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3B36-EBFC-4419-A6F4-185464D17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EEE2A-AC7D-4F20-9F9A-19C1BD295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EC04-B333-4CBA-B9CC-E260D4BBA89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3028-1B15-4405-AB3B-4D1DD662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36375-393C-443E-B696-1B44492A0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85AC-6DE4-4F08-B7EE-7E81DB91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96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EF88C8-6D6B-418D-88D6-34DB3B863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EC04-B333-4CBA-B9CC-E260D4BBA89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168A07-D4F6-4B78-87F7-D4B0C014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1BB94-E163-4D00-8430-CF841003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85AC-6DE4-4F08-B7EE-7E81DB91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5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EBC3-84EC-49B7-807E-26D98CC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500ED-F93F-495B-8773-C0806FE9C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904FA-22D9-4B0D-BCCF-CCB1DA2EB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8364F-7149-4971-BDFB-E1F5DED08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EC04-B333-4CBA-B9CC-E260D4BBA89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91812-0306-4DE1-B813-19EA24AD1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F2A64-2CFA-422C-A1E4-0D532B86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85AC-6DE4-4F08-B7EE-7E81DB91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3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07BD1-7429-479B-8A1E-E76FE3D3D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1EFECE-61FE-4CE7-8A37-FE17CAF53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BFCDB-5C7F-49D5-876C-B30B32F14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B8ACD-0599-4D80-824A-19D567A84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EC04-B333-4CBA-B9CC-E260D4BBA89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09591-42F6-4B04-92D4-058A3BB2E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A2435-83AD-4B11-93A2-704B2017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85AC-6DE4-4F08-B7EE-7E81DB91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0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529E9-8150-496E-B238-ECC8D5B81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D859A-1977-4BEC-9F27-741AEBC17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2DA6E-9C7E-482E-AD64-8B38F6AA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EC04-B333-4CBA-B9CC-E260D4BBA89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40B09-32C5-4619-9E15-32CBEC81E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24A76-E32D-4A94-B9DB-1EDFBC0C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85AC-6DE4-4F08-B7EE-7E81DB91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83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AA73DB-C01A-4DF4-8F68-785097693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825457-B155-4795-9E56-A49472C64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58320-BA55-407B-BFD4-3B14ED4A1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EC04-B333-4CBA-B9CC-E260D4BBA89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9CA39-DD86-4643-A8B5-DF9ED8060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EF44C-176F-4E5E-804F-045DE6915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85AC-6DE4-4F08-B7EE-7E81DB91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86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A9FA99-E011-4E17-837A-E0C439C3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2EF62-1187-4613-9F72-C4FCE7044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A57E7-BF04-42E4-BE23-536A6AE2D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BEC04-B333-4CBA-B9CC-E260D4BBA89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3DDD-E909-46A9-8511-A7B68BA63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266BF-5E88-4156-9426-FC3A98D99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A85AC-6DE4-4F08-B7EE-7E81DB91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C99845-0A9C-41A3-9580-EC97E61DB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07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5F9096-A536-458E-A840-465174BFA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21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6A3BB5-A247-4024-B77D-C7DC6E4D0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16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F9BA42-0D6E-4E02-B3C8-5D0B5BE42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87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204A8A-58A5-47A4-BE24-0A5DC3D74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9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8A4A2A-72B1-411F-955C-90F9E1FEE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68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DA9F6-4367-441C-8841-0AFCEE4F0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643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4247A8-FAC8-4C54-9A27-3946A4668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523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Атанас Киров Тодоров</dc:creator>
  <cp:lastModifiedBy>Атанас Киров Тодоров</cp:lastModifiedBy>
  <cp:revision>1</cp:revision>
  <dcterms:created xsi:type="dcterms:W3CDTF">2026-04-04T11:09:29Z</dcterms:created>
  <dcterms:modified xsi:type="dcterms:W3CDTF">2026-04-04T11:11:37Z</dcterms:modified>
</cp:coreProperties>
</file>